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2" r:id="rId28"/>
    <p:sldId id="270" r:id="rId20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saitej123/Gemini-Multimodal-Studio" TargetMode="External"/><Relationship Id="rId6" Type="http://schemas.openxmlformats.org/officeDocument/2006/relationships/hyperlink" Target="https://multimodal-studio-469528918286.us-central1.run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Multimodal Studio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M Sai Teja  |  Team member: Anil Kumar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A teacher still rebuilds a chapter as slides, then records it. The voice and the picture do not move together, so students get a page read aloud.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92608" y="1298448"/>
            <a:ext cx="8558784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6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Drop a chapter. Get a lesson students keep watching.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2608" y="1938528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3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real looks, hand-drawn motion, and a highlight that follows the voice. It plays like a teacher at the board, not a deck read aloud.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92608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You give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PDF, a few notes, or just a topic. Pick the class age, the video shape and a look.</a:t>
            </a:r>
          </a:p>
        </p:txBody>
      </p:sp>
      <p:sp>
        <p:nvSpPr>
          <p:cNvPr id="75" name="Oval 74"/>
          <p:cNvSpPr/>
          <p:nvPr/>
        </p:nvSpPr>
        <p:spPr>
          <a:xfrm>
            <a:off x="438912" y="2644444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182112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Studio does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Writes short slides sized to the content, speaks each one, draws the strokes on and films it all.</a:t>
            </a:r>
          </a:p>
        </p:txBody>
      </p:sp>
      <p:sp>
        <p:nvSpPr>
          <p:cNvPr id="77" name="Oval 76"/>
          <p:cNvSpPr/>
          <p:nvPr/>
        </p:nvSpPr>
        <p:spPr>
          <a:xfrm>
            <a:off x="3328416" y="2644444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71616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Class gets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short MP4 for YouTube, a Short or a Reel. Replay it, share it, no recording by the teacher.</a:t>
            </a:r>
          </a:p>
        </p:txBody>
      </p:sp>
      <p:sp>
        <p:nvSpPr>
          <p:cNvPr id="79" name="Oval 78"/>
          <p:cNvSpPr/>
          <p:nvPr/>
        </p:nvSpPr>
        <p:spPr>
          <a:xfrm>
            <a:off x="6217920" y="2644444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2608" y="4498848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Team: M Sai Teja (leader, built the app) and Anil Kumar.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92608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Different from what exists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Slide tools stop at the deck. Read-aloud tools ignore the picture. Neither gives a class a finished video that looks made for the lesson.</a:t>
            </a:r>
          </a:p>
        </p:txBody>
      </p:sp>
      <p:sp>
        <p:nvSpPr>
          <p:cNvPr id="81" name="Oval 80"/>
          <p:cNvSpPr/>
          <p:nvPr/>
        </p:nvSpPr>
        <p:spPr>
          <a:xfrm>
            <a:off x="438912" y="234269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182112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it fixes ed-tech drop-off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Students leave static decks and flat read-alouds. Here the look changes with the lesson, the screen moves with the voice, and the pen draws as it explains.</a:t>
            </a:r>
          </a:p>
        </p:txBody>
      </p:sp>
      <p:sp>
        <p:nvSpPr>
          <p:cNvPr id="83" name="Oval 82"/>
          <p:cNvSpPr/>
          <p:nvPr/>
        </p:nvSpPr>
        <p:spPr>
          <a:xfrm>
            <a:off x="3328416" y="234269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71616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USP: a voice-led lesson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Voice, highlight and hand-drawn strokes move together, point by point. Each look is built differently, not recoloured. Strongest where students listen: revision, training, language practice.</a:t>
            </a:r>
          </a:p>
        </p:txBody>
      </p:sp>
      <p:sp>
        <p:nvSpPr>
          <p:cNvPr id="85" name="Oval 84"/>
          <p:cNvSpPr/>
          <p:nvPr/>
        </p:nvSpPr>
        <p:spPr>
          <a:xfrm>
            <a:off x="6217920" y="234269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92608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file in, one video out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PDF, notes or a topic. No slide editing, no recording.</a:t>
            </a:r>
          </a:p>
        </p:txBody>
      </p:sp>
      <p:sp>
        <p:nvSpPr>
          <p:cNvPr id="89" name="Oval 88"/>
          <p:cNvSpPr/>
          <p:nvPr/>
        </p:nvSpPr>
        <p:spPr>
          <a:xfrm>
            <a:off x="420624" y="1461211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182112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Pitched at the class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 the age and what students already know. The wording follows.</a:t>
            </a:r>
          </a:p>
        </p:txBody>
      </p:sp>
      <p:sp>
        <p:nvSpPr>
          <p:cNvPr id="91" name="Oval 90"/>
          <p:cNvSpPr/>
          <p:nvPr/>
        </p:nvSpPr>
        <p:spPr>
          <a:xfrm>
            <a:off x="3310128" y="1461211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71616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Six real templates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Whiteboard, notebook, poster, editorial, broadcast, bento. Own layout, font and motion each.</a:t>
            </a:r>
          </a:p>
        </p:txBody>
      </p:sp>
      <p:sp>
        <p:nvSpPr>
          <p:cNvPr id="93" name="Oval 92"/>
          <p:cNvSpPr/>
          <p:nvPr/>
        </p:nvSpPr>
        <p:spPr>
          <a:xfrm>
            <a:off x="6199632" y="1461211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92608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Fits the content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 is sized per slide: short ideas go big, dense ones shrink. The whole frame is used.</a:t>
            </a:r>
          </a:p>
        </p:txBody>
      </p:sp>
      <p:sp>
        <p:nvSpPr>
          <p:cNvPr id="95" name="Oval 94"/>
          <p:cNvSpPr/>
          <p:nvPr/>
        </p:nvSpPr>
        <p:spPr>
          <a:xfrm>
            <a:off x="420624" y="3088843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182112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Voice, highlight and pen in time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 speaks. The highlight moves point by point and lines draw on as it is explained.</a:t>
            </a:r>
          </a:p>
        </p:txBody>
      </p:sp>
      <p:sp>
        <p:nvSpPr>
          <p:cNvPr id="97" name="Oval 96"/>
          <p:cNvSpPr/>
          <p:nvPr/>
        </p:nvSpPr>
        <p:spPr>
          <a:xfrm>
            <a:off x="3310128" y="3088843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71616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for YouTube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Landscape, Shorts, Reels or square from the same run.</a:t>
            </a:r>
          </a:p>
        </p:txBody>
      </p:sp>
      <p:sp>
        <p:nvSpPr>
          <p:cNvPr id="99" name="Oval 98"/>
          <p:cNvSpPr/>
          <p:nvPr/>
        </p:nvSpPr>
        <p:spPr>
          <a:xfrm>
            <a:off x="6199632" y="3088843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92608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Drop a file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PDF, notes or topic</a:t>
            </a:r>
          </a:p>
        </p:txBody>
      </p:sp>
      <p:sp>
        <p:nvSpPr>
          <p:cNvPr id="97" name="Oval 96"/>
          <p:cNvSpPr/>
          <p:nvPr/>
        </p:nvSpPr>
        <p:spPr>
          <a:xfrm>
            <a:off x="402336" y="1677009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581912" y="2313432"/>
            <a:ext cx="1572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1748332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 it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reads each page</a:t>
            </a:r>
          </a:p>
        </p:txBody>
      </p:sp>
      <p:sp>
        <p:nvSpPr>
          <p:cNvPr id="100" name="Oval 99"/>
          <p:cNvSpPr/>
          <p:nvPr/>
        </p:nvSpPr>
        <p:spPr>
          <a:xfrm>
            <a:off x="1858060" y="1677009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037636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04057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Write slides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Flash picks the look</a:t>
            </a:r>
          </a:p>
        </p:txBody>
      </p:sp>
      <p:sp>
        <p:nvSpPr>
          <p:cNvPr id="103" name="Oval 102"/>
          <p:cNvSpPr/>
          <p:nvPr/>
        </p:nvSpPr>
        <p:spPr>
          <a:xfrm>
            <a:off x="3313785" y="1677009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493361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4659782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Speak them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</a:t>
            </a:r>
          </a:p>
        </p:txBody>
      </p:sp>
      <p:sp>
        <p:nvSpPr>
          <p:cNvPr id="106" name="Oval 105"/>
          <p:cNvSpPr/>
          <p:nvPr/>
        </p:nvSpPr>
        <p:spPr>
          <a:xfrm>
            <a:off x="4769510" y="1677009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949086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115507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Film frames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Chrome, incl. drawn lines</a:t>
            </a:r>
          </a:p>
        </p:txBody>
      </p:sp>
      <p:sp>
        <p:nvSpPr>
          <p:cNvPr id="109" name="Oval 108"/>
          <p:cNvSpPr/>
          <p:nvPr/>
        </p:nvSpPr>
        <p:spPr>
          <a:xfrm>
            <a:off x="6225235" y="1677009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404811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7571231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MP4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FFmpeg joins sound</a:t>
            </a:r>
          </a:p>
        </p:txBody>
      </p:sp>
      <p:sp>
        <p:nvSpPr>
          <p:cNvPr id="112" name="Oval 111"/>
          <p:cNvSpPr/>
          <p:nvPr/>
        </p:nvSpPr>
        <p:spPr>
          <a:xfrm>
            <a:off x="7680959" y="1677009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2608" y="3310128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Two ways in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92608" y="3639312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 teacher drops a file in the Studio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45152" y="3639312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admin queue picks a paper overnight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2608" y="4297680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After that it is one path, and the finished video lands back on the same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371600"/>
            <a:ext cx="5577840" cy="2770632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sp>
        <p:nvSpPr>
          <p:cNvPr id="105" name="Rounded Rectangle 104"/>
          <p:cNvSpPr/>
          <p:nvPr/>
        </p:nvSpPr>
        <p:spPr>
          <a:xfrm>
            <a:off x="6053328" y="1371600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File on the left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Drop the chapter, or type a topic.</a:t>
            </a:r>
          </a:p>
        </p:txBody>
      </p:sp>
      <p:sp>
        <p:nvSpPr>
          <p:cNvPr id="106" name="Oval 105"/>
          <p:cNvSpPr/>
          <p:nvPr/>
        </p:nvSpPr>
        <p:spPr>
          <a:xfrm>
            <a:off x="8467344" y="1463040"/>
            <a:ext cx="256032" cy="256032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053328" y="2340864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Shape and voice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 the class age, format, look and a Gemini voice.</a:t>
            </a:r>
          </a:p>
        </p:txBody>
      </p:sp>
      <p:sp>
        <p:nvSpPr>
          <p:cNvPr id="108" name="Oval 107"/>
          <p:cNvSpPr/>
          <p:nvPr/>
        </p:nvSpPr>
        <p:spPr>
          <a:xfrm>
            <a:off x="8467344" y="2432304"/>
            <a:ext cx="256032" cy="256032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53328" y="3310128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Run and watch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video plays on the same page.</a:t>
            </a:r>
          </a:p>
        </p:txBody>
      </p:sp>
      <p:sp>
        <p:nvSpPr>
          <p:cNvPr id="110" name="Oval 109"/>
          <p:cNvSpPr/>
          <p:nvPr/>
        </p:nvSpPr>
        <p:spPr>
          <a:xfrm>
            <a:off x="8467344" y="3401568"/>
            <a:ext cx="256032" cy="256032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2608" y="429768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Screen from the running app.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92608" y="1554480"/>
            <a:ext cx="2103120" cy="10972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Studio page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teacher's browser. No login on the demo.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154680" y="1371600"/>
            <a:ext cx="2834640" cy="324612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291840" y="14447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91840" y="18288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FastAPI jobs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the steps in order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91840" y="27432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Chrome frames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Films slides and drawn lines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291840" y="36576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FFmpeg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Joins picture and sound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48272" y="1554480"/>
            <a:ext cx="2103120" cy="10972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3.8 Flash reads and writes. 3.8 Live speaks.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48272" y="2926080"/>
            <a:ext cx="2103120" cy="86868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copy of every job.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92608" y="2926080"/>
            <a:ext cx="2103120" cy="8686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MP4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Comes back to the teacher.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423160" y="2103120"/>
            <a:ext cx="713232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007608" y="2103120"/>
            <a:ext cx="7223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007608" y="3355848"/>
            <a:ext cx="7223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423160" y="3355848"/>
            <a:ext cx="713232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6748272" y="4023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0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Hosting serves this pitch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92608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3.8 Flash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Reads the file and writes the slides.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182112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4 Argon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Steps in when a chapter is dense.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71616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3.8 Live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voice for every slide.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Hosts the app and the video work.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182112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Keeps a copy of each job.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071616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Firebase Hosting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Serves this pitch page.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2608" y="4343400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Inside the container: FastAPI, Playwright and FFmpeg. The six looks and the drawn animation are plain HTML, CSS and a small script, so no extra model is called.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292608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₹4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 min video, $0.04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473451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 min video, $0.10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654296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₹14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min video, $0.15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835140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₹26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min video, $0.30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92608" y="2514600"/>
            <a:ext cx="2779776" cy="16459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Where it goes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Voice is about 73%, slide writing 16%, planning and notes 10%. Voice is the lever, so voice choice matters most.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182112" y="2514600"/>
            <a:ext cx="2779776" cy="16459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Logged, not guessed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Admin &gt; Costs records every call: model, tokens and dollars, per job and per day. Two live voice tests so far: $0.002.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71616" y="2514600"/>
            <a:ext cx="2779776" cy="164592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Hosting about ₹0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GPU. Cloud Run and Firestore stay in the free tier at review traffic. Looks and drawn motion are CSS, no model call.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92608" y="4297680"/>
            <a:ext cx="8558784" cy="4572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Estimates from the dashboard's rate table, at ₹88 per $. Flash intro rates end 31 Dec 2026; a 3 min video is then about ₹11.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looks-she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325880"/>
            <a:ext cx="8558784" cy="3218688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292608" y="4572000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 row: whiteboard, broadcast, poster. Bottom row: editorial, bento, notebook. Real frames from our renderer.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292608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Slowest step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the slides in Chrome takes the longest.</a:t>
            </a:r>
          </a:p>
        </p:txBody>
      </p:sp>
      <p:sp>
        <p:nvSpPr>
          <p:cNvPr id="145" name="Oval 144"/>
          <p:cNvSpPr/>
          <p:nvPr/>
        </p:nvSpPr>
        <p:spPr>
          <a:xfrm>
            <a:off x="438912" y="147401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45152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Run side by side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Slide writing and voice clips go out a few at a time, not one by one.</a:t>
            </a:r>
          </a:p>
        </p:txBody>
      </p:sp>
      <p:sp>
        <p:nvSpPr>
          <p:cNvPr id="147" name="Oval 146"/>
          <p:cNvSpPr/>
          <p:nvPr/>
        </p:nvSpPr>
        <p:spPr>
          <a:xfrm>
            <a:off x="4791456" y="147401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92608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Fit at run time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slide measures itself and takes the biggest type that still fits, so nothing clips.</a:t>
            </a:r>
          </a:p>
        </p:txBody>
      </p:sp>
      <p:sp>
        <p:nvSpPr>
          <p:cNvPr id="149" name="Oval 148"/>
          <p:cNvSpPr/>
          <p:nvPr/>
        </p:nvSpPr>
        <p:spPr>
          <a:xfrm>
            <a:off x="438912" y="316565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45152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Honest status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Sample decks checked in 16:9, 9:16 and square. A full MP4 on the new looks is still to confirm.</a:t>
            </a:r>
          </a:p>
        </p:txBody>
      </p:sp>
      <p:sp>
        <p:nvSpPr>
          <p:cNvPr id="151" name="Oval 150"/>
          <p:cNvSpPr/>
          <p:nvPr/>
        </p:nvSpPr>
        <p:spPr>
          <a:xfrm>
            <a:off x="4791456" y="3165652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92608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Built today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looks, hand-drawn strokes, type sized to fit, and a highlight that follows the voice.</a:t>
            </a:r>
          </a:p>
        </p:txBody>
      </p:sp>
      <p:sp>
        <p:nvSpPr>
          <p:cNvPr id="153" name="Oval 152"/>
          <p:cNvSpPr/>
          <p:nvPr/>
        </p:nvSpPr>
        <p:spPr>
          <a:xfrm>
            <a:off x="420624" y="1461211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182112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animation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Charts and arrows that build step by step, Manim-style formulas, a pen that circles key words, short moves between sections.</a:t>
            </a:r>
          </a:p>
        </p:txBody>
      </p:sp>
      <p:sp>
        <p:nvSpPr>
          <p:cNvPr id="155" name="Oval 154"/>
          <p:cNvSpPr/>
          <p:nvPr/>
        </p:nvSpPr>
        <p:spPr>
          <a:xfrm>
            <a:off x="3310128" y="1461211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071616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engaging content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question after each section, a one-line recap card, a 'try it' prompt, and an optional quiz at the end.</a:t>
            </a:r>
          </a:p>
        </p:txBody>
      </p:sp>
      <p:sp>
        <p:nvSpPr>
          <p:cNvPr id="157" name="Oval 156"/>
          <p:cNvSpPr/>
          <p:nvPr/>
        </p:nvSpPr>
        <p:spPr>
          <a:xfrm>
            <a:off x="6199632" y="1461211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92608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Better voice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voice per subject, more languages, and a slower pace for younger classes.</a:t>
            </a:r>
          </a:p>
        </p:txBody>
      </p:sp>
      <p:sp>
        <p:nvSpPr>
          <p:cNvPr id="159" name="Oval 158"/>
          <p:cNvSpPr/>
          <p:nvPr/>
        </p:nvSpPr>
        <p:spPr>
          <a:xfrm>
            <a:off x="420624" y="3088843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182112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 closing that lands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video ends on a recap, one question and one next step.</a:t>
            </a:r>
          </a:p>
        </p:txBody>
      </p:sp>
      <p:sp>
        <p:nvSpPr>
          <p:cNvPr id="161" name="Oval 160"/>
          <p:cNvSpPr/>
          <p:nvPr/>
        </p:nvSpPr>
        <p:spPr>
          <a:xfrm>
            <a:off x="3310128" y="3088843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71616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 from use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Admin &gt; Costs and the job logs show slow or costly steps. We tune those first and keep what teachers replay.</a:t>
            </a:r>
          </a:p>
        </p:txBody>
      </p:sp>
      <p:sp>
        <p:nvSpPr>
          <p:cNvPr id="163" name="Oval 162"/>
          <p:cNvSpPr/>
          <p:nvPr/>
        </p:nvSpPr>
        <p:spPr>
          <a:xfrm>
            <a:off x="6199632" y="3088843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https://github.com/saitej123/Gemini-Multimodal-Studio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Still to record: 3 to 4 minutes, one real file.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https://multimodal-studio-469528918286.us-central1.run.app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Details: where it helps most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292608" y="137160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Voice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 speaks every slide. Strongest where students listen: revision clips, commutes, language practice. Next: more voices and languages.</a:t>
            </a:r>
          </a:p>
        </p:txBody>
      </p:sp>
      <p:sp>
        <p:nvSpPr>
          <p:cNvPr id="168" name="Oval 167"/>
          <p:cNvSpPr/>
          <p:nvPr/>
        </p:nvSpPr>
        <p:spPr>
          <a:xfrm>
            <a:off x="438912" y="147401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645152" y="137160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Closing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End on a recap, a question and one next step. A clean close is what brings a student back for the next lesson.</a:t>
            </a:r>
          </a:p>
        </p:txBody>
      </p:sp>
      <p:sp>
        <p:nvSpPr>
          <p:cNvPr id="170" name="Oval 169"/>
          <p:cNvSpPr/>
          <p:nvPr/>
        </p:nvSpPr>
        <p:spPr>
          <a:xfrm>
            <a:off x="4791456" y="147401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292608" y="288036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Avatar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 a presenter avatar for the intro and the closing, with many to choose from, so students see a face as well as hear a voice.</a:t>
            </a:r>
          </a:p>
        </p:txBody>
      </p:sp>
      <p:sp>
        <p:nvSpPr>
          <p:cNvPr id="172" name="Oval 171"/>
          <p:cNvSpPr/>
          <p:nvPr/>
        </p:nvSpPr>
        <p:spPr>
          <a:xfrm>
            <a:off x="438912" y="298277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645152" y="288036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Who gains most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Teachers with no time to record, coaching classes, company onboarding, and creators turning a chapter into Shorts.</a:t>
            </a:r>
          </a:p>
        </p:txBody>
      </p:sp>
      <p:sp>
        <p:nvSpPr>
          <p:cNvPr id="174" name="Oval 173"/>
          <p:cNvSpPr/>
          <p:nvPr/>
        </p:nvSpPr>
        <p:spPr>
          <a:xfrm>
            <a:off x="4791456" y="2982772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92608" y="4434840"/>
            <a:ext cx="8558784" cy="384048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edge: voice, pen and highlight in time. Next: a face that opens and closes the lesson.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8" name="Google Shape;148;p25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Details: add a look, or use none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92608" y="12984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Pick one, or both: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828800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Template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584448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 template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340096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Skill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095744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Template + skill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92608" y="1755648"/>
            <a:ext cx="4206240" cy="283464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Add a new template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Add one style entry: a name, a font pair and colours (video_options.py).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Map it to a layout family: split, band, sketch, poster, bento or notebook. A new family is one block of CSS (edu_theme.py).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It shows up in the style picker. Run the sample preview and check fit in 16:9, 9:16 and square.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change to the pipeline: slides, voice and capture stay the same.</a:t>
            </a:r>
          </a:p>
        </p:txBody>
      </p:sp>
      <p:sp>
        <p:nvSpPr>
          <p:cNvPr id="158" name="Oval 157"/>
          <p:cNvSpPr/>
          <p:nvPr/>
        </p:nvSpPr>
        <p:spPr>
          <a:xfrm>
            <a:off x="438912" y="1858060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645152" y="1755648"/>
            <a:ext cx="4206240" cy="896112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No template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 already matches a layout to the document. A template-free layout builder is written; we keep it off until it never overflows.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645152" y="2724912"/>
            <a:ext cx="4206240" cy="8961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Skill option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animation skill picks the motion per slide. The HyperFrames group is in the picker today.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645152" y="3694176"/>
            <a:ext cx="4206240" cy="896112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Both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switch on the Studio page: a template for the look, a skill for the motion, or none of either.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