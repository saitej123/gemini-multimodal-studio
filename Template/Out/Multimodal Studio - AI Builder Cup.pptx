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Multimodal Studio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leader: Anil Kumar  ·  anil8860556664@gmail.com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Member: M Sai Teja  ·  macharlasaiteja@gmail.com.  A chapter still becomes slides by hand, then a recording. Students get a flat read-aloud. We wanted a video they would actually replay.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92608" y="1371600"/>
            <a:ext cx="8549640" cy="3520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Anil Kumar leads the team. M Sai Teja builds with him. We kept turning chapters into slides and then sitting down to record.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Multimodal Studio is for a teacher, a tutor, or a student who wants the idea to stick. Drop the PDF or the notes, say the age, and you get a video with a voice already on it.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fun is in the timing. The highlight moves when the sentence does, so it feels like someone explaining, not a page being read out. Gemini writes it. Gemini 3.8 Live speaks it. The review link opens with no login.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92608" y="2121408"/>
            <a:ext cx="8549640" cy="2788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it is different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Slide tools stop at the deck. Read-aloud tools stay in one tone and ignore the picture. A teacher was still doing the joining. This goes from the file to a video a class can replay.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it solves it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slow part was the middle: slides a student can follow, a voice with some life in it, and a highlight that walks with the sentence. That middle is the product.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we would defend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Gemini key. A voice that does not sound like a station announcement. A link anyone on the review team can open.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92608" y="1371600"/>
            <a:ext cx="8549640" cy="3520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teacher can turn one chapter into a YouTube lesson, a Short, or a Reel. The length follows the format.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Age and how much the viewer already knows change the wording. A class of 16-year-olds does not get the same script as a beginner.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3.8 Live speaks it. Kore is the demo voice. You can preview before you run.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long PDF can be split into topics, then one video or a few, so a unit does not have to be one 40-minute file.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It flags a slide that repeats the one before it, and the on-screen highlight stays with the voice.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Title, description, and thumbnail come out with the file.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292608" y="1298448"/>
            <a:ext cx="85496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Two ways in. You drop something, or the admin queue picks a paper overnight. After that it is one path.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92608" y="1965960"/>
            <a:ext cx="1353312" cy="868680"/>
          </a:xfrm>
          <a:prstGeom prst="roundRect">
            <a:avLst>
              <a:gd name="adj" fmla="val 15000"/>
            </a:avLst>
          </a:prstGeom>
          <a:solidFill>
            <a:srgbClr val="F8F9FA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Drop a file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755648" y="1965960"/>
            <a:ext cx="1353312" cy="868680"/>
          </a:xfrm>
          <a:prstGeom prst="roundRect">
            <a:avLst>
              <a:gd name="adj" fmla="val 15000"/>
            </a:avLst>
          </a:prstGeom>
          <a:solidFill>
            <a:srgbClr val="F8F9FA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 it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3218688" y="1965960"/>
            <a:ext cx="1353312" cy="868680"/>
          </a:xfrm>
          <a:prstGeom prst="roundRect">
            <a:avLst>
              <a:gd name="adj" fmla="val 15000"/>
            </a:avLst>
          </a:prstGeom>
          <a:solidFill>
            <a:srgbClr val="F8F9FA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Write slides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681728" y="1965960"/>
            <a:ext cx="1353312" cy="868680"/>
          </a:xfrm>
          <a:prstGeom prst="roundRect">
            <a:avLst>
              <a:gd name="adj" fmla="val 15000"/>
            </a:avLst>
          </a:prstGeom>
          <a:solidFill>
            <a:srgbClr val="F8F9FA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Speak them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144768" y="1965960"/>
            <a:ext cx="1353312" cy="868680"/>
          </a:xfrm>
          <a:prstGeom prst="roundRect">
            <a:avLst>
              <a:gd name="adj" fmla="val 15000"/>
            </a:avLst>
          </a:prstGeom>
          <a:solidFill>
            <a:srgbClr val="F8F9FA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Film frames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7607808" y="1965960"/>
            <a:ext cx="1353312" cy="868680"/>
          </a:xfrm>
          <a:prstGeom prst="roundRect">
            <a:avLst>
              <a:gd name="adj" fmla="val 15000"/>
            </a:avLst>
          </a:prstGeom>
          <a:solidFill>
            <a:srgbClr val="F8F9FA"/>
          </a:solidFill>
          <a:ln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MP4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92608" y="3063240"/>
            <a:ext cx="8549640" cy="1554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Same path if you uploaded the file, or if the overnight job picked a paper.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Speaking is Gemini 3.8 Live, so the voice has pauses and a bit of warmth. It is not a flat read-out.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stud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1371600"/>
            <a:ext cx="5623560" cy="27889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6080760" y="1371600"/>
            <a:ext cx="2788920" cy="3108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you actually see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file goes on the left.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Format and voice are next to it.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You press run and wait on the same page.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MP4 plays there when it is done. History keeps the old 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292608" y="1371600"/>
            <a:ext cx="8549640" cy="3520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  →  our Python app on Cloud Run  →  Gemini  →  an MP4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page is the Studio you saw. The server asks Gemini 3.8 Flash (or Argon) to read the file and write the slides. Gemini 3.8 Live speaks them. A headless Chrome photographs the slides. FFmpeg puts the sound on.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Each job is saved on the machine and copied to Firestore. Firebase Hosting only serves this pitch. The app itself is Cloud Run.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92608" y="1371600"/>
            <a:ext cx="8549640" cy="3520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Writing, and reading pages: Gemini 3.8 Flash. Gemini 4 Argon when the source is dense and we want it to think harder.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Voice: Gemini 3.8 Live. Same family as the in-app assistant. We stopped using a separate flat text-to-speech voice.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Thumbnail only: Nano Banana. It does not draw the slides.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App: Python, FastAPI, HTML slides, headless Chrome, FFmpeg.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Hosting: Cloud Run. This page: Firebase Hosting. Job copy: Firestore.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92608" y="1371600"/>
            <a:ext cx="8549640" cy="3520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GPU. The only bill is the Gemini API.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 Flash, a normal video is a few rupees. Argon costs more, so we turn it on when the source needs it, not for every run.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and Firestore should stay inside the free tier for the number of people who will open this during review.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We have not switched on a paid hosting plan. The API key is the thing that has to be set.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292608" y="1298448"/>
            <a:ext cx="85496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These are screens from the app we run, not drawings of a future one.</a:t>
            </a:r>
          </a:p>
        </p:txBody>
      </p:sp>
      <p:pic>
        <p:nvPicPr>
          <p:cNvPr id="137" name="Picture 136" descr="stud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" y="1783080"/>
            <a:ext cx="2743200" cy="1362456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292608" y="3218688"/>
            <a:ext cx="2743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Where a run starts. File on the left, format and voice, then run.</a:t>
            </a:r>
          </a:p>
        </p:txBody>
      </p:sp>
      <p:pic>
        <p:nvPicPr>
          <p:cNvPr id="139" name="Picture 138" descr="voic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2968" y="1783080"/>
            <a:ext cx="2743200" cy="1362456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3172968" y="3218688"/>
            <a:ext cx="2743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Kore is the voice in the demo. You can hear it before you commit.</a:t>
            </a:r>
          </a:p>
        </p:txBody>
      </p:sp>
      <p:pic>
        <p:nvPicPr>
          <p:cNvPr id="141" name="Picture 140" descr="histor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3327" y="1783080"/>
            <a:ext cx="2743200" cy="1362456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6053327" y="3218688"/>
            <a:ext cx="2743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Old runs stay here. Open one again instead of starting over.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92608" y="1371600"/>
            <a:ext cx="8549640" cy="3520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There is no benchmark table on purpose. We did not want a number on this slide that we had not measured.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run does write down how long each step took. That lives with the job, not in a slide we typed.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Filming is the slow step. We shoot the movement at the start of a slide and hold the frame, so a long voiceover is not a screenshot every fraction of a second.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If Gemini is busy, that step waits and tries again. The run does not stop in the middle and leave a broken file.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92608" y="1371600"/>
            <a:ext cx="8549640" cy="3520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 we want the Studio to feel more obvious: fewer choices, a clearer next step, and the look of the slides kept in step with the style you picked.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Handwritten teaching templates, separate from the board we have now, so a maths or science idea can look drawn rather than typed.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Manim-style motion for formulas. Predefined YouTuber looks, plus a custom one. Better animation models, both the ones we ship and ones a teacher can add.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New animation skills you can drop in, the way a style is picked today. A Short cut from the long lesson without doing it by hand.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GitHub: https://github.com/saitej123/Gemini-Multimodal-Studio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video: 3 to 4 minutes of one real file becoming an MP4. Link still to be pasted.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Product: https://multimodal-studio-469528918286.us-central1.run.app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 i="0">
                <a:solidFill>
                  <a:srgbClr val="1F1F1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That link opens in Studio. There is no login.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