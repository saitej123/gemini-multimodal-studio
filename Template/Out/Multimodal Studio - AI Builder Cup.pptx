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Multimodal Studio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M Sai Teja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A teacher still rebuilds a chapter as slides, then records it. The voice and the picture do not move together, so students get a page read aloud.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92608" y="1371600"/>
            <a:ext cx="854964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 Sai Teja leads and built this.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You drop a chapter or a set of notes. You get a short video a class can replay. Gemini writes the slides. Gemini 3.8 Live speaks them.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highlight moves with the sentence, so it feels like someone explaining, not a page being read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92608" y="2121408"/>
            <a:ext cx="8549640" cy="2788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Different from what exists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Slide tools stop at the deck. Read-aloud tools ignore the picture. Neither gives a class a video.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it solves the problem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file goes in. A video comes out. The teacher does not record, and does not line the voice up by hand.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voice and the highlight stay in time. That is the part a normal deck and a normal voiceover both miss.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92608" y="1371600"/>
            <a:ext cx="854964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Drop a PDF. Get a video for YouTube or a Short.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Say the age. The wording changes for that class.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Live speaks it, and the highlight follows the voice.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92608" y="1298448"/>
            <a:ext cx="8549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Two ways in. You drop something, or the admin queue picks a paper overnight. After that it is one path.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92608" y="1965960"/>
            <a:ext cx="1353312" cy="86868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Drop a file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755648" y="1965960"/>
            <a:ext cx="1353312" cy="86868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Read it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218688" y="1965960"/>
            <a:ext cx="1353312" cy="86868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Write slides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681728" y="1965960"/>
            <a:ext cx="1353312" cy="86868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Speak them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144768" y="1965960"/>
            <a:ext cx="1353312" cy="86868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Film frames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607808" y="1965960"/>
            <a:ext cx="1353312" cy="86868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MP4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92608" y="3063240"/>
            <a:ext cx="854964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Upload a chapter, or let the queue pick a paper. Then one path to the video.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st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371600"/>
            <a:ext cx="5623560" cy="27889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080760" y="1371600"/>
            <a:ext cx="278892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The Studio page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File on the left. Format and voice beside it. Run, then play the video on the same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92608" y="1371600"/>
            <a:ext cx="854964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Studio page  →  Cloud Run  →  Gemini  →  MP4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Flash reads the file and writes the slides. Gemini 3.8 Live speaks them. Chrome films the frames. FFmpeg joins the sound.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job is copied to Firestore. This pitch page is on Firebase Hosting.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92608" y="1371600"/>
            <a:ext cx="854964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Flash writes the slides. Gemini 4 Argon is there when the chapter is dense.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Live is the voice.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hosts the app. Firestore keeps each job. Firebase Hosting serves this pitch.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92608" y="1371600"/>
            <a:ext cx="854964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GPU. A normal video on Gemini Flash is a few rupees.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and Firestore stay in the free tier for review traffic.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92608" y="1298448"/>
            <a:ext cx="8549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These are screens from the app we run, not drawings of a future one.</a:t>
            </a:r>
          </a:p>
        </p:txBody>
      </p:sp>
      <p:pic>
        <p:nvPicPr>
          <p:cNvPr id="137" name="Picture 136" descr="st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74519"/>
            <a:ext cx="2651760" cy="1316736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65760" y="3273552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Studio. Drop the file and run.</a:t>
            </a:r>
          </a:p>
        </p:txBody>
      </p:sp>
      <p:pic>
        <p:nvPicPr>
          <p:cNvPr id="139" name="Picture 138" descr="vo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874519"/>
            <a:ext cx="2651760" cy="1316736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3246120" y="3273552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Pick a voice before you run.</a:t>
            </a:r>
          </a:p>
        </p:txBody>
      </p:sp>
      <p:pic>
        <p:nvPicPr>
          <p:cNvPr id="141" name="Picture 140" descr="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79" y="1874519"/>
            <a:ext cx="2651760" cy="1316736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6126479" y="3273552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Past runs stay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92608" y="1371600"/>
            <a:ext cx="854964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chapter-length run finishes. Filming the slides is the slow step.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We have not published a benchmark table. Each job does record how long its own steps took.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92608" y="1371600"/>
            <a:ext cx="854964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Next: handwritten teaching slides, and Manim-style motion when the chapter has a formula.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After that, a few YouTuber looks you can pick, or make your 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GitHub: https://github.com/saitej123/Gemini-Multimodal-Studio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video: still to record (3 to 4 minutes, one real file).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Product: https://multimodal-studio-469528918286.us-central1.run.app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